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6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VOIS AICTE Internship Batch 1 (2026-2027) Major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Seasonal Agriculture Performance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</a:rPr>
              <a:t>Empirical Data Analytics &amp; Crop Economics Across 4,000 Multi-State Farm Observations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3291840"/>
            <a:ext cx="8138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90500" tIns="190500" rIns="190500" bIns="19050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Student Name: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Asmi Sharma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College Name: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Chandigarh University (BE Computer Science &amp; Engineering, 2026 Passout)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AICTE Student ID: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STU6a65f9036e5721785067779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Internship ID: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INTERNSHIP_17830691666a4779eecfe8a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Program: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VOIS for Tech - Data Analytics Internship (Edunet Foundation &amp; Vodafone Idea Foundation)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2 of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Core Problem Context: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Agricultural activities across India are fundamentally shaped by three distinct cropping seasons: Kharif (Monsoon), Rabi (Winter), and Zaid (Summer).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While raw farm logs capture final output, they do not explain why crop yields, operational costs, and net farm profits vary so sharply between seasons.
</a:t>
            </a:r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Key Operational Challenges Identified: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Resource Misallocation: Farmers frequently apply uniform chemical and water inputs regardless of seasonal evaporative demand and ambient moisture levels.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Summer Inefficiency Trap: Uncontrolled flood irrigation during summer heat (31–39°C in Zaid) creates high pumping bills with severe evaporation loss.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Monsoon Pest Vulnerability: Prolonged high humidity (&gt;71% in Kharif) drives disease and pest outbreak risks above 54%, eroding gross margins.
</a:t>
            </a:r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Project Objective: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Investigate 4,000 multi-state farm observations using statistical data analytics to benchmark seasonal performance, test hypotheses, and build data-driven recommendations.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Description &amp; Dataset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3 of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Dataset Scope &amp; Coverage: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4,000 verified farm records across 8 major agricultural states in India:
  Andhra Pradesh (529), Telangana (516), Maharashtra (512), Madhya Pradesh (497), Karnataka (489), Gujarat (488), Tamil Nadu (485), and Punjab (484).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• 8 essential crops covering foodgrains, cash crops, oilseeds, and pulses:
  Rice (690), Wheat (614), Maize (551), Cotton (508), Pulses (496), Groundnut (424), Chilli (412), and Sugarcane (305).
</a:t>
            </a:r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Core Analytical Pipeline: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1. Data Auditing: Imputed 48 missing Rainfall values, 40 Soil Moisture values, and 32 Yield entries using localized district-season group medians.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2. Feature Engineering: Computed Cost per Hectare, Profit Margin (%), Water Efficiency (t/1000m³), and Total NPK chemical application.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3. In-Depth Seasonal EDA: Systematically addressed all 12 key AICTE research questions.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4. Statistical Validation: One-Way ANOVA and Kruskal-Wallis tests verifying statistical significance across seasons.
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5. Actionable Roadmap: Developed seasonal crop planning and micro-irrigation guidelines.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Target Beneficiaries &amp; End Users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4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🌾 Smallholder Farmers &amp; FPOs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Provides actionable guidance on seasonal crop selection, warning against water-stressed summer cereals and recommending high-margin rotations (Pulses/Groundnut/Chilli) with micro-irrigation.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🏢 Agricultural Extension Officers (KVKs)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Enables targeted agro-advisories on disease and pest prevention during humid monsoon months where disease risk exceeds 54% on average.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💧 State Irrigation &amp; Water Resources Boards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Supplies quantitative evidence to prioritize micro-irrigation (Drip/Sprinkler) subsidies over open flood canals in water-stressed districts.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📊 Agri-Fintech &amp; Crop Insurance Companies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Provides empirical default risk profiles (Zaid has a 64.5% farm loss rate) to calculate fair, season-adjusted crop insurance premiums and loan terms.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57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🏛️ Government &amp; Agricultural Planners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Informs Minimum Support Price (MSP) review and seasonal power and fertilizer distribution frameworks.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Technology Stack &amp; Development Environment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5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Core programming language for data analytics, statistical modeling, and computational scripting.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Pandas &amp; NumPy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Vectorized data cleaning, schema validation, grouping aggregates, and feature engineering.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Matplotlib &amp; Seaborn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Publication-quality visualizations: grouped boxplots, correlation heatmaps, and distribution plots.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SciPy (scipy.stats)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Formal hypothesis testing: One-Way ANOVA (F-test), Kruskal-Wallis H-test, and correlation metrics.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09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Jupyter &amp; Google Colab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Interactive development environment providing reproducible code execution and inline markdown reports.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709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99"/>
                </a:solidFill>
              </a:rPr>
              <a:t>Git &amp; GitHub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Version control repository tracking datasets, notebooks, slide decks, and project reports.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Seasonal Performance &amp; Economics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6 of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Empirical Comparison Across 4,000 Farms (Kharif vs Rabi vs Zaid):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2103120"/>
        </p:xfrm>
        <a:graphic>
          <a:graphicData uri="http://schemas.openxmlformats.org/drawingml/2006/table">
            <a:tbl>
              <a:tblPr/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4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Cropping Season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Sample (N)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Yield (t/ha)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Cost (INR)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Revenue (INR)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Net Profit (INR)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Solvency Rate (%)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Kharif (Monsoon)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1,779 (44.5%)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5.64 t/ha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5,31,804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7,10,719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+INR 1,78,915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57.8%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Rabi (Winter)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1,627 (40.7%)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5.08 t/ha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5,13,837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6,01,526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+INR 87,689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Zaid (Summer)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594 (14.8%)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4.67 t/ha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5,43,977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INR 5,19,172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-INR 24,805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35.5%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93192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</a:rPr>
              <a:t>Key Findings: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Kharif generates the highest average net return (+INR 1.79 Lakh) driven by sugarcane tonnage and monsoon rainwater availability.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Rabi delivers stable economic performance (+INR 87.7K) with low temperature variability, though cereal margins are compressed.
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• Critical Zaid Deficit: Summer season records an average NET LOSS (-INR 24.8K). Almost two-thirds of summer farms (64.5%) lose money due to high irrigation pumping bills and heat-induced yield suppression.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Environmental &amp; Soil Dynamics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7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🌧️ Rainfall Dynamics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Kharif: 852.1 mm average (peaks up to 1,395 mm).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Rabi: 436.0 mm average.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Zaid: 299.4 mm average.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Insight: Summer agriculture cannot rely on ambient precipitation; irrigation is 100% compulsory.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🌡️ Thermal &amp; Solar Patterns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Temperature: Zaid averages 31.0°C (peaks at 39.7°C) vs Rabi at 23.5°C.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Sunlight Hours: Zaid receives 8.18 hrs/day vs Kharif at 6.79 hrs/day.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Insight: Zaid crops suffer high evapotranspiration and thermal stress.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💧 Soil Moisture &amp; pH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Soil Moisture: Peaks during Kharif (30.8%) due to monsoon soaking; drops to 18.6% in Zaid.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Soil pH: Relatively neutral across seasons (6.7–6.8 mean).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Insight: Moisture retention (mulching/drip) is mandatory in summer.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886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🐛 Disease &amp; Pest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2976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Kharif: 54.5% average pest risk (high humidity &gt;71.8% promotes fungal/insect vectors).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Rabi: 40.5% average pest risk.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• Zaid: 38.2% average pest risk.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Insight: Monsoons demand proactive pest management.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Irrigation Methods &amp; Efficiency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8 of 14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237744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Irrigation Method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Sample (N)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Water Efficiency (t/1000m³)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 Water Used (m³)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Mean Farm Profit (INR)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Drip Irrigation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915 (22.9%)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6.27 t/1000m³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6,009 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+INR 2,19,626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Sprinkler Irrigation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734 (18.4%)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4.67 t/1000m³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5,885 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+INR 91,121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Flood Irrigation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1,310 (32.8%)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62828"/>
                          </a:solidFill>
                        </a:rPr>
                        <a:t>3.44 t/1000m³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62828"/>
                          </a:solidFill>
                        </a:rPr>
                        <a:t>9,812 m³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+INR 73,354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Rainfed Farming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1,041 (26.0%)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7.56 t/1000m³*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3,248 m³ (groundwater)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+INR 79,050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02336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</a:rPr>
              <a:t>Critical Irrigation Inefficiency Findings: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Drip Irrigation is 82.3% more water-efficient than Flood Irrigation (6.27 vs 3.44 t/1000m³) and generates 3.0x higher average profit (+INR 2.20L vs +INR 73.4K).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• The Summer Flood Trap: In Zaid, farms practicing flood irrigation suffered the lowest efficiency (2.1 t/1000m³) due to severe evaporative losses, losing an average of INR 68,400 per farm.
</a:t>
            </a:r>
            <a:pPr indent="0" marL="0">
              <a:buNone/>
            </a:pPr>
            <a:r>
              <a:rPr lang="en-US" sz="1300" b="1" dirty="0">
                <a:solidFill>
                  <a:srgbClr val="006699"/>
                </a:solidFill>
              </a:rPr>
              <a:t>• Policy Implication: Mandating micro-drip adoption in summer cycles would save up to 3,800 m³ of groundwater per farm while boosting solvency.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The Cereal vs. Cash Crop Divide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9 of 14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3200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Crop Name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Yield (t/ha)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Price (INR/t)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Average Profit (INR)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Solvency Rate (%)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Sugarcane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46.94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3,500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+INR 8,17,188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88.5%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Chilli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1.54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1,02,500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+INR 7,50,878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82.0%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Cotton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1.23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67,500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+INR 1,24,547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65.4%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Groundnut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1.32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55,500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+INR 44,858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59.2%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Pulses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496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0.92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71,000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-INR 4,238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Maize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2.72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21,000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-INR 83,978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36.3%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2.44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22,500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-INR 1,02,214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33.6%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Wheat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614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2.11 t/ha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INR 24,000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-INR 1,23,398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25.9%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The Cereal Squeeze Phenomenon: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• Staple foodgrains (Wheat, Rice, Maize) face a severe margin squeeze: high fixed irrigation and fertilizer costs exceed the realized market value, leading to low solvency (25.9%–36.3%).
</a:t>
            </a:r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• Cash crops (Sugarcane, Chilli, Cotton) provide the financial backbone of farmer viability, proving that crop selection and market price alignment dominate pure tonnage.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Formal Statistical Hypothesis Testing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10 of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</a:rPr>
              <a:t>Hypothesis Framework: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H0: Cropping season has no statistically significant effect on agricultural performance metrics.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H1: Statistically significant differences exist across Kharif, Rabi, and Zaid seasons (alpha = 0.05).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283464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Metric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ANOVA F-Statistic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 (ANOVA)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Kruskal-Wallis 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Statistical Decision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Net Farm Profit (INR)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34.292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1.63e-15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82.41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Disease &amp; Pest Risk (%)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1049.467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&lt; 1e-100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1421.15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Rice Yield by Season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22.170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4.28e-10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43.19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Pulses Yield by Season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23.816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1.15e-10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46.85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Wheat Yield by Season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11.027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1.84e-05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22.08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Maize Yield by Season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10.684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2.62e-05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21.41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</a:rPr>
              <a:t>Empirical Verification: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• While overall yield variance across all combined crops is dominated by sugarcane biomass, evaluating crops individually proves that seasonal decline (Kharif &gt; Rabi &gt; Zaid) is overwhelmingly statistically significant across all staples.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Scope &amp; Technological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11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🤖 Predictive Machine 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Develop XGBoost &amp; Random Forest regression models to predict farm yield and profit margin before sowing, using forecasted rainfall and seasonal temperature indicators.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📡 IoT Precision Soil &amp; Moisture Monitoring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Deploy automated solar-powered LoRaWAN soil moisture probes to trigger micro-drip irrigation autonomously, eliminating summer evaporative losses.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🛰️ Multispectral Satellite Remote Sensing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Integrate European Space Agency (Sentinel-2) NDVI and NDRE spectral indices for real-time vegetative stress tracking and early monsoon pest detection.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📱 Vernacular Farmer Advisory Interface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Build an offline-first mobile app in regional Indian languages (Telugu, Marathi, Punjabi, Tamil) delivering personalized crop selection and fertilizer optimization advisories.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Deliverables &amp; GitHub Repository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12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🔗 GitHub Repository URL: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99"/>
                </a:solidFill>
              </a:rPr>
              <a:t>https://github.com/ocotpi/Seasonal-Agriculture-Performance-Analysis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9966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</a:rPr>
              <a:t>Repository Contents &amp; Reproducibility: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Seasonal_Agriculture_Performance_Analysis.ipynb  — Complete Jupyter Notebook with code, plots &amp; findings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seasonal_agriculture_data.csv                    — 4,000-record cleaned dataset across 8 states and 8 crops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Presentation_Slide_Deck.md                       — 14-slide structured markdown presentation guide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Seasonal_Agriculture_Performance_Analysis_Presentation.pptx — Complete 14-slide PowerPoint file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PROJECT_REPORT.md                                — Complete formal academic report and methodology write-up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VIVA_VOCE_PREPARATION_GUIDE.md                  — 15+ oral defense Q&amp;As and slide talking points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 requirements.txt                                 — Environment dependencies (pandas, numpy, matplotlib, seaborn, scipy)
</a:t>
            </a:r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Reproducibility Command:
</a:t>
            </a:r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git clone https://github.com/ocotpi/Seasonal-Agriculture-Performance-Analysis.git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pip install -r requirements.txt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Course Completion Certificate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228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DEFB"/>
                </a:solidFill>
              </a:rPr>
              <a:t>Slide 13 of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1832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645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VOIS for Tech Learning Certification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Vodafone Idea Foundation &amp; Edunet Foundation in association with AICTE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7589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Course Name: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22222"/>
                </a:solidFill>
              </a:rPr>
              <a:t>Data Visualization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Awarded to: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Asmi Sharma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Institution: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Chandigarh University (BE CSE 2026)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AICTE Student ID: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STU6a65f9036e5721785067779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Internship Program: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VOIS for Tech - Data Analytics Internship Batch 1
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3366"/>
                </a:solidFill>
              </a:rPr>
              <a:t>Competencies Mastered: 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Exploratory Data Analysis, Multi-Variate Plotting, Visual Analytics, Agro-Economic Reporting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0" y="5394960"/>
            <a:ext cx="393192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5486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Verified &amp;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6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55555"/>
                </a:solidFill>
              </a:rPr>
              <a:t>Empirical Evidence for Climate-Resilient Agricultural Planning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3383280"/>
            <a:ext cx="8869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90500" tIns="190500" rIns="190500" bIns="190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Core Project Takeaway:
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</a:rPr>
              <a:t>"Agricultural performance in India is structurally seasonal. By transitioning from open flood irrigation to precision drip emitters and rotating water-intensive staples into summer cash crops, smallholder farm solvency can be increased by over 30%."
</a:t>
            </a:r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</a:rPr>
              <a:t>Acknowledgements:
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Sincere gratitude to AICTE, Edunet Foundation, and Vodafone Idea Foundation (VOIS for Tech Program) for mentorship and project support.
</a:t>
            </a:r>
            <a:pPr algn="ctr" indent="0" marL="0">
              <a:buNone/>
            </a:pPr>
            <a:r>
              <a:rPr lang="en-US" sz="1350" b="1" dirty="0">
                <a:solidFill>
                  <a:srgbClr val="003366"/>
                </a:solidFill>
              </a:rPr>
              <a:t>Student Contact: 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Asmi Sharma | Chandigarh University (STU6a65f9036e5721785067779)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2026-09-06T05:35:28Z</dcterms:created>
  <dcterms:modified xsi:type="dcterms:W3CDTF">2026-09-06T05:35:28Z</dcterms:modified>
</cp:coreProperties>
</file>